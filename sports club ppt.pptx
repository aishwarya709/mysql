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1"/>
  </p:sldMasterIdLst>
  <p:sldIdLst>
    <p:sldId id="256" r:id="rId2"/>
    <p:sldId id="263" r:id="rId3"/>
    <p:sldId id="264" r:id="rId4"/>
    <p:sldId id="258" r:id="rId5"/>
    <p:sldId id="257" r:id="rId6"/>
    <p:sldId id="259" r:id="rId7"/>
    <p:sldId id="261" r:id="rId8"/>
    <p:sldId id="262" r:id="rId9"/>
    <p:sldId id="260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hwarya Pawar" userId="5995a75d0eb4ea79" providerId="LiveId" clId="{315C8E41-2097-4BC6-A7B2-B5FC5E6EF448}"/>
    <pc:docChg chg="custSel addSld modSld sldOrd">
      <pc:chgData name="Aishwarya Pawar" userId="5995a75d0eb4ea79" providerId="LiveId" clId="{315C8E41-2097-4BC6-A7B2-B5FC5E6EF448}" dt="2025-09-25T16:32:26.854" v="664" actId="113"/>
      <pc:docMkLst>
        <pc:docMk/>
      </pc:docMkLst>
      <pc:sldChg chg="modSp mod">
        <pc:chgData name="Aishwarya Pawar" userId="5995a75d0eb4ea79" providerId="LiveId" clId="{315C8E41-2097-4BC6-A7B2-B5FC5E6EF448}" dt="2025-09-25T12:04:11.734" v="558" actId="20577"/>
        <pc:sldMkLst>
          <pc:docMk/>
          <pc:sldMk cId="3639710604" sldId="256"/>
        </pc:sldMkLst>
        <pc:spChg chg="mod">
          <ac:chgData name="Aishwarya Pawar" userId="5995a75d0eb4ea79" providerId="LiveId" clId="{315C8E41-2097-4BC6-A7B2-B5FC5E6EF448}" dt="2025-09-25T12:04:11.734" v="558" actId="20577"/>
          <ac:spMkLst>
            <pc:docMk/>
            <pc:sldMk cId="3639710604" sldId="256"/>
            <ac:spMk id="4" creationId="{AEB60E8A-1E55-5DDD-CCB2-0817D3AA04CE}"/>
          </ac:spMkLst>
        </pc:spChg>
        <pc:spChg chg="mod">
          <ac:chgData name="Aishwarya Pawar" userId="5995a75d0eb4ea79" providerId="LiveId" clId="{315C8E41-2097-4BC6-A7B2-B5FC5E6EF448}" dt="2025-09-24T15:32:33.317" v="11" actId="1076"/>
          <ac:spMkLst>
            <pc:docMk/>
            <pc:sldMk cId="3639710604" sldId="256"/>
            <ac:spMk id="11" creationId="{1792ECC1-4B15-616B-6E4E-D17425647360}"/>
          </ac:spMkLst>
        </pc:spChg>
        <pc:picChg chg="mod">
          <ac:chgData name="Aishwarya Pawar" userId="5995a75d0eb4ea79" providerId="LiveId" clId="{315C8E41-2097-4BC6-A7B2-B5FC5E6EF448}" dt="2025-09-25T12:04:06.754" v="557" actId="1076"/>
          <ac:picMkLst>
            <pc:docMk/>
            <pc:sldMk cId="3639710604" sldId="256"/>
            <ac:picMk id="9" creationId="{ADCB488F-76EE-86BC-5A2A-307E89D1CAA8}"/>
          </ac:picMkLst>
        </pc:picChg>
      </pc:sldChg>
      <pc:sldChg chg="addSp modSp mod">
        <pc:chgData name="Aishwarya Pawar" userId="5995a75d0eb4ea79" providerId="LiveId" clId="{315C8E41-2097-4BC6-A7B2-B5FC5E6EF448}" dt="2025-09-25T16:28:55.641" v="621" actId="1076"/>
        <pc:sldMkLst>
          <pc:docMk/>
          <pc:sldMk cId="1299386240" sldId="257"/>
        </pc:sldMkLst>
        <pc:picChg chg="add mod">
          <ac:chgData name="Aishwarya Pawar" userId="5995a75d0eb4ea79" providerId="LiveId" clId="{315C8E41-2097-4BC6-A7B2-B5FC5E6EF448}" dt="2025-09-25T08:34:20.190" v="57" actId="1076"/>
          <ac:picMkLst>
            <pc:docMk/>
            <pc:sldMk cId="1299386240" sldId="257"/>
            <ac:picMk id="2" creationId="{D9E322E1-84BF-73ED-33D3-9573AC13E381}"/>
          </ac:picMkLst>
        </pc:picChg>
        <pc:picChg chg="add mod">
          <ac:chgData name="Aishwarya Pawar" userId="5995a75d0eb4ea79" providerId="LiveId" clId="{315C8E41-2097-4BC6-A7B2-B5FC5E6EF448}" dt="2025-09-25T08:34:24.232" v="58" actId="1076"/>
          <ac:picMkLst>
            <pc:docMk/>
            <pc:sldMk cId="1299386240" sldId="257"/>
            <ac:picMk id="3" creationId="{BD769145-E593-68D0-68C7-E2AA4DCD18EE}"/>
          </ac:picMkLst>
        </pc:picChg>
        <pc:picChg chg="add mod">
          <ac:chgData name="Aishwarya Pawar" userId="5995a75d0eb4ea79" providerId="LiveId" clId="{315C8E41-2097-4BC6-A7B2-B5FC5E6EF448}" dt="2025-09-25T16:28:55.641" v="621" actId="1076"/>
          <ac:picMkLst>
            <pc:docMk/>
            <pc:sldMk cId="1299386240" sldId="257"/>
            <ac:picMk id="4" creationId="{49DA321A-74EC-DFDD-925B-1F1DD846FBDD}"/>
          </ac:picMkLst>
        </pc:picChg>
      </pc:sldChg>
      <pc:sldChg chg="addSp delSp modSp mod ord">
        <pc:chgData name="Aishwarya Pawar" userId="5995a75d0eb4ea79" providerId="LiveId" clId="{315C8E41-2097-4BC6-A7B2-B5FC5E6EF448}" dt="2025-09-25T16:24:48.017" v="580" actId="1076"/>
        <pc:sldMkLst>
          <pc:docMk/>
          <pc:sldMk cId="3652688073" sldId="258"/>
        </pc:sldMkLst>
        <pc:spChg chg="add mod">
          <ac:chgData name="Aishwarya Pawar" userId="5995a75d0eb4ea79" providerId="LiveId" clId="{315C8E41-2097-4BC6-A7B2-B5FC5E6EF448}" dt="2025-09-25T11:55:56.514" v="497" actId="1076"/>
          <ac:spMkLst>
            <pc:docMk/>
            <pc:sldMk cId="3652688073" sldId="258"/>
            <ac:spMk id="3" creationId="{36793CDB-F2CB-5B5B-F2A8-33EBEECC3B8B}"/>
          </ac:spMkLst>
        </pc:spChg>
        <pc:spChg chg="add mod">
          <ac:chgData name="Aishwarya Pawar" userId="5995a75d0eb4ea79" providerId="LiveId" clId="{315C8E41-2097-4BC6-A7B2-B5FC5E6EF448}" dt="2025-09-25T16:24:43.658" v="579" actId="1076"/>
          <ac:spMkLst>
            <pc:docMk/>
            <pc:sldMk cId="3652688073" sldId="258"/>
            <ac:spMk id="4" creationId="{9D3FBE3D-73B3-BBF2-A43B-36F594C010A6}"/>
          </ac:spMkLst>
        </pc:spChg>
        <pc:spChg chg="add mod">
          <ac:chgData name="Aishwarya Pawar" userId="5995a75d0eb4ea79" providerId="LiveId" clId="{315C8E41-2097-4BC6-A7B2-B5FC5E6EF448}" dt="2025-09-25T16:24:48.017" v="580" actId="1076"/>
          <ac:spMkLst>
            <pc:docMk/>
            <pc:sldMk cId="3652688073" sldId="258"/>
            <ac:spMk id="5" creationId="{E7E8B5E4-3965-631B-C30A-272875281C3A}"/>
          </ac:spMkLst>
        </pc:spChg>
        <pc:picChg chg="add mod">
          <ac:chgData name="Aishwarya Pawar" userId="5995a75d0eb4ea79" providerId="LiveId" clId="{315C8E41-2097-4BC6-A7B2-B5FC5E6EF448}" dt="2025-09-25T11:20:38.672" v="281" actId="1076"/>
          <ac:picMkLst>
            <pc:docMk/>
            <pc:sldMk cId="3652688073" sldId="258"/>
            <ac:picMk id="2" creationId="{35F9868E-552D-1AAA-6966-E16412129D78}"/>
          </ac:picMkLst>
        </pc:picChg>
        <pc:picChg chg="add del">
          <ac:chgData name="Aishwarya Pawar" userId="5995a75d0eb4ea79" providerId="LiveId" clId="{315C8E41-2097-4BC6-A7B2-B5FC5E6EF448}" dt="2025-09-24T15:35:35.332" v="13" actId="478"/>
          <ac:picMkLst>
            <pc:docMk/>
            <pc:sldMk cId="3652688073" sldId="258"/>
            <ac:picMk id="2" creationId="{5208C3B2-8116-FFBA-2994-5AE327E41FC3}"/>
          </ac:picMkLst>
        </pc:picChg>
        <pc:picChg chg="add del mod">
          <ac:chgData name="Aishwarya Pawar" userId="5995a75d0eb4ea79" providerId="LiveId" clId="{315C8E41-2097-4BC6-A7B2-B5FC5E6EF448}" dt="2025-09-24T15:36:53.343" v="18" actId="478"/>
          <ac:picMkLst>
            <pc:docMk/>
            <pc:sldMk cId="3652688073" sldId="258"/>
            <ac:picMk id="3" creationId="{4FBF5E74-29AA-34DC-6575-2562E3EEA661}"/>
          </ac:picMkLst>
        </pc:picChg>
        <pc:picChg chg="add del mod">
          <ac:chgData name="Aishwarya Pawar" userId="5995a75d0eb4ea79" providerId="LiveId" clId="{315C8E41-2097-4BC6-A7B2-B5FC5E6EF448}" dt="2025-09-25T08:35:29.942" v="60" actId="478"/>
          <ac:picMkLst>
            <pc:docMk/>
            <pc:sldMk cId="3652688073" sldId="258"/>
            <ac:picMk id="4" creationId="{A87E04A0-8905-5011-38E5-6B5148DF971D}"/>
          </ac:picMkLst>
        </pc:picChg>
        <pc:picChg chg="add del mod">
          <ac:chgData name="Aishwarya Pawar" userId="5995a75d0eb4ea79" providerId="LiveId" clId="{315C8E41-2097-4BC6-A7B2-B5FC5E6EF448}" dt="2025-09-25T08:35:28.019" v="59" actId="478"/>
          <ac:picMkLst>
            <pc:docMk/>
            <pc:sldMk cId="3652688073" sldId="258"/>
            <ac:picMk id="5" creationId="{227AF7A0-69B3-5BF9-6656-0154E54F23BC}"/>
          </ac:picMkLst>
        </pc:picChg>
        <pc:picChg chg="add del mod">
          <ac:chgData name="Aishwarya Pawar" userId="5995a75d0eb4ea79" providerId="LiveId" clId="{315C8E41-2097-4BC6-A7B2-B5FC5E6EF448}" dt="2025-09-25T08:35:31.852" v="61" actId="478"/>
          <ac:picMkLst>
            <pc:docMk/>
            <pc:sldMk cId="3652688073" sldId="258"/>
            <ac:picMk id="6" creationId="{0E88796B-A9A1-0AD4-D961-4100CFC87045}"/>
          </ac:picMkLst>
        </pc:picChg>
      </pc:sldChg>
      <pc:sldChg chg="addSp delSp modSp mod ord">
        <pc:chgData name="Aishwarya Pawar" userId="5995a75d0eb4ea79" providerId="LiveId" clId="{315C8E41-2097-4BC6-A7B2-B5FC5E6EF448}" dt="2025-09-25T16:32:26.854" v="664" actId="113"/>
        <pc:sldMkLst>
          <pc:docMk/>
          <pc:sldMk cId="3726541415" sldId="259"/>
        </pc:sldMkLst>
        <pc:spChg chg="add mod">
          <ac:chgData name="Aishwarya Pawar" userId="5995a75d0eb4ea79" providerId="LiveId" clId="{315C8E41-2097-4BC6-A7B2-B5FC5E6EF448}" dt="2025-09-25T16:32:21.821" v="663" actId="113"/>
          <ac:spMkLst>
            <pc:docMk/>
            <pc:sldMk cId="3726541415" sldId="259"/>
            <ac:spMk id="4" creationId="{D952322B-0D8C-44D8-DDBB-E3498D5D5969}"/>
          </ac:spMkLst>
        </pc:spChg>
        <pc:spChg chg="add mod">
          <ac:chgData name="Aishwarya Pawar" userId="5995a75d0eb4ea79" providerId="LiveId" clId="{315C8E41-2097-4BC6-A7B2-B5FC5E6EF448}" dt="2025-09-25T16:32:26.854" v="664" actId="113"/>
          <ac:spMkLst>
            <pc:docMk/>
            <pc:sldMk cId="3726541415" sldId="259"/>
            <ac:spMk id="7" creationId="{58B18DA6-1A20-6842-3AB1-34F6BD1469EC}"/>
          </ac:spMkLst>
        </pc:spChg>
        <pc:picChg chg="add mod">
          <ac:chgData name="Aishwarya Pawar" userId="5995a75d0eb4ea79" providerId="LiveId" clId="{315C8E41-2097-4BC6-A7B2-B5FC5E6EF448}" dt="2025-09-25T16:28:43.786" v="618" actId="14100"/>
          <ac:picMkLst>
            <pc:docMk/>
            <pc:sldMk cId="3726541415" sldId="259"/>
            <ac:picMk id="2" creationId="{82A9EEA0-ACF0-4422-DAC4-8F00DD1717DE}"/>
          </ac:picMkLst>
        </pc:picChg>
        <pc:picChg chg="add del mod">
          <ac:chgData name="Aishwarya Pawar" userId="5995a75d0eb4ea79" providerId="LiveId" clId="{315C8E41-2097-4BC6-A7B2-B5FC5E6EF448}" dt="2025-09-25T11:23:25.137" v="306" actId="478"/>
          <ac:picMkLst>
            <pc:docMk/>
            <pc:sldMk cId="3726541415" sldId="259"/>
            <ac:picMk id="2" creationId="{8B243DFB-D7AB-FCDD-B6D0-B97EDEB2F77F}"/>
          </ac:picMkLst>
        </pc:picChg>
        <pc:picChg chg="add del mod">
          <ac:chgData name="Aishwarya Pawar" userId="5995a75d0eb4ea79" providerId="LiveId" clId="{315C8E41-2097-4BC6-A7B2-B5FC5E6EF448}" dt="2025-09-25T11:23:27.562" v="307" actId="478"/>
          <ac:picMkLst>
            <pc:docMk/>
            <pc:sldMk cId="3726541415" sldId="259"/>
            <ac:picMk id="3" creationId="{8AA54F9A-5F50-0BE6-00C4-45AACDA72D8D}"/>
          </ac:picMkLst>
        </pc:picChg>
        <pc:picChg chg="add mod">
          <ac:chgData name="Aishwarya Pawar" userId="5995a75d0eb4ea79" providerId="LiveId" clId="{315C8E41-2097-4BC6-A7B2-B5FC5E6EF448}" dt="2025-09-25T16:25:40.683" v="586" actId="1076"/>
          <ac:picMkLst>
            <pc:docMk/>
            <pc:sldMk cId="3726541415" sldId="259"/>
            <ac:picMk id="6" creationId="{FADBFD2F-4E93-E78B-5A19-598DCCD6030A}"/>
          </ac:picMkLst>
        </pc:picChg>
        <pc:picChg chg="add mod">
          <ac:chgData name="Aishwarya Pawar" userId="5995a75d0eb4ea79" providerId="LiveId" clId="{315C8E41-2097-4BC6-A7B2-B5FC5E6EF448}" dt="2025-09-25T16:25:31.499" v="584" actId="1076"/>
          <ac:picMkLst>
            <pc:docMk/>
            <pc:sldMk cId="3726541415" sldId="259"/>
            <ac:picMk id="9" creationId="{C9EF0613-4D90-0FAC-50D4-E8DD2D9BB7B2}"/>
          </ac:picMkLst>
        </pc:picChg>
        <pc:picChg chg="add mod">
          <ac:chgData name="Aishwarya Pawar" userId="5995a75d0eb4ea79" providerId="LiveId" clId="{315C8E41-2097-4BC6-A7B2-B5FC5E6EF448}" dt="2025-09-25T11:54:33.098" v="494" actId="1076"/>
          <ac:picMkLst>
            <pc:docMk/>
            <pc:sldMk cId="3726541415" sldId="259"/>
            <ac:picMk id="11" creationId="{A6359907-0098-7458-A432-F5C43C4AA2F0}"/>
          </ac:picMkLst>
        </pc:picChg>
        <pc:picChg chg="add mod">
          <ac:chgData name="Aishwarya Pawar" userId="5995a75d0eb4ea79" providerId="LiveId" clId="{315C8E41-2097-4BC6-A7B2-B5FC5E6EF448}" dt="2025-09-25T11:54:24.389" v="491" actId="1076"/>
          <ac:picMkLst>
            <pc:docMk/>
            <pc:sldMk cId="3726541415" sldId="259"/>
            <ac:picMk id="13" creationId="{90645D5C-3091-5544-A759-63EA46DF3172}"/>
          </ac:picMkLst>
        </pc:picChg>
      </pc:sldChg>
      <pc:sldChg chg="addSp delSp modSp mod">
        <pc:chgData name="Aishwarya Pawar" userId="5995a75d0eb4ea79" providerId="LiveId" clId="{315C8E41-2097-4BC6-A7B2-B5FC5E6EF448}" dt="2025-09-25T16:31:26.847" v="653" actId="1076"/>
        <pc:sldMkLst>
          <pc:docMk/>
          <pc:sldMk cId="4017486682" sldId="260"/>
        </pc:sldMkLst>
        <pc:spChg chg="add del mod">
          <ac:chgData name="Aishwarya Pawar" userId="5995a75d0eb4ea79" providerId="LiveId" clId="{315C8E41-2097-4BC6-A7B2-B5FC5E6EF448}" dt="2025-09-25T11:38:20.431" v="373"/>
          <ac:spMkLst>
            <pc:docMk/>
            <pc:sldMk cId="4017486682" sldId="260"/>
            <ac:spMk id="2" creationId="{D414AE88-852A-ED6D-CE56-80BF813289C4}"/>
          </ac:spMkLst>
        </pc:spChg>
        <pc:spChg chg="add del mod">
          <ac:chgData name="Aishwarya Pawar" userId="5995a75d0eb4ea79" providerId="LiveId" clId="{315C8E41-2097-4BC6-A7B2-B5FC5E6EF448}" dt="2025-09-25T11:38:20.431" v="375"/>
          <ac:spMkLst>
            <pc:docMk/>
            <pc:sldMk cId="4017486682" sldId="260"/>
            <ac:spMk id="3" creationId="{C4A80C88-9C8B-A9DD-FF82-4EE8B2B146BB}"/>
          </ac:spMkLst>
        </pc:spChg>
        <pc:spChg chg="add mod">
          <ac:chgData name="Aishwarya Pawar" userId="5995a75d0eb4ea79" providerId="LiveId" clId="{315C8E41-2097-4BC6-A7B2-B5FC5E6EF448}" dt="2025-09-25T16:31:11.131" v="649" actId="113"/>
          <ac:spMkLst>
            <pc:docMk/>
            <pc:sldMk cId="4017486682" sldId="260"/>
            <ac:spMk id="4" creationId="{CF20DB08-05F7-9604-3DB5-EF80E2BDCD5A}"/>
          </ac:spMkLst>
        </pc:spChg>
        <pc:spChg chg="add mod">
          <ac:chgData name="Aishwarya Pawar" userId="5995a75d0eb4ea79" providerId="LiveId" clId="{315C8E41-2097-4BC6-A7B2-B5FC5E6EF448}" dt="2025-09-25T16:31:03.084" v="648" actId="113"/>
          <ac:spMkLst>
            <pc:docMk/>
            <pc:sldMk cId="4017486682" sldId="260"/>
            <ac:spMk id="7" creationId="{499BA8B2-3423-CDDE-9CD9-9F8DA015183A}"/>
          </ac:spMkLst>
        </pc:spChg>
        <pc:picChg chg="add mod">
          <ac:chgData name="Aishwarya Pawar" userId="5995a75d0eb4ea79" providerId="LiveId" clId="{315C8E41-2097-4BC6-A7B2-B5FC5E6EF448}" dt="2025-09-25T16:28:19.087" v="614" actId="14100"/>
          <ac:picMkLst>
            <pc:docMk/>
            <pc:sldMk cId="4017486682" sldId="260"/>
            <ac:picMk id="2" creationId="{53430948-3FC3-ADF8-05B4-995AE2FE7373}"/>
          </ac:picMkLst>
        </pc:picChg>
        <pc:picChg chg="add mod">
          <ac:chgData name="Aishwarya Pawar" userId="5995a75d0eb4ea79" providerId="LiveId" clId="{315C8E41-2097-4BC6-A7B2-B5FC5E6EF448}" dt="2025-09-25T16:31:18.689" v="650" actId="14100"/>
          <ac:picMkLst>
            <pc:docMk/>
            <pc:sldMk cId="4017486682" sldId="260"/>
            <ac:picMk id="6" creationId="{CC6CD284-7872-F062-74D4-A6A53CA7FE3D}"/>
          </ac:picMkLst>
        </pc:picChg>
        <pc:picChg chg="add mod">
          <ac:chgData name="Aishwarya Pawar" userId="5995a75d0eb4ea79" providerId="LiveId" clId="{315C8E41-2097-4BC6-A7B2-B5FC5E6EF448}" dt="2025-09-25T16:31:26.847" v="653" actId="1076"/>
          <ac:picMkLst>
            <pc:docMk/>
            <pc:sldMk cId="4017486682" sldId="260"/>
            <ac:picMk id="9" creationId="{4DC81178-256F-9BAA-70A1-55E852506654}"/>
          </ac:picMkLst>
        </pc:picChg>
        <pc:picChg chg="add mod">
          <ac:chgData name="Aishwarya Pawar" userId="5995a75d0eb4ea79" providerId="LiveId" clId="{315C8E41-2097-4BC6-A7B2-B5FC5E6EF448}" dt="2025-09-25T11:47:57.393" v="455" actId="1076"/>
          <ac:picMkLst>
            <pc:docMk/>
            <pc:sldMk cId="4017486682" sldId="260"/>
            <ac:picMk id="11" creationId="{B963D4EE-436F-31AE-E114-A1478F3903C3}"/>
          </ac:picMkLst>
        </pc:picChg>
        <pc:picChg chg="add del mod">
          <ac:chgData name="Aishwarya Pawar" userId="5995a75d0eb4ea79" providerId="LiveId" clId="{315C8E41-2097-4BC6-A7B2-B5FC5E6EF448}" dt="2025-09-25T11:47:01.275" v="445" actId="478"/>
          <ac:picMkLst>
            <pc:docMk/>
            <pc:sldMk cId="4017486682" sldId="260"/>
            <ac:picMk id="13" creationId="{15A6ECB6-6214-434C-B5C2-0149D8BC2974}"/>
          </ac:picMkLst>
        </pc:picChg>
        <pc:picChg chg="add mod">
          <ac:chgData name="Aishwarya Pawar" userId="5995a75d0eb4ea79" providerId="LiveId" clId="{315C8E41-2097-4BC6-A7B2-B5FC5E6EF448}" dt="2025-09-25T11:47:48.813" v="452" actId="14100"/>
          <ac:picMkLst>
            <pc:docMk/>
            <pc:sldMk cId="4017486682" sldId="260"/>
            <ac:picMk id="15" creationId="{C80457C6-574B-5F53-68BE-22910ADD3532}"/>
          </ac:picMkLst>
        </pc:picChg>
      </pc:sldChg>
      <pc:sldChg chg="addSp delSp modSp new mod">
        <pc:chgData name="Aishwarya Pawar" userId="5995a75d0eb4ea79" providerId="LiveId" clId="{315C8E41-2097-4BC6-A7B2-B5FC5E6EF448}" dt="2025-09-25T16:32:11.251" v="662" actId="113"/>
        <pc:sldMkLst>
          <pc:docMk/>
          <pc:sldMk cId="727904000" sldId="261"/>
        </pc:sldMkLst>
        <pc:spChg chg="add mod">
          <ac:chgData name="Aishwarya Pawar" userId="5995a75d0eb4ea79" providerId="LiveId" clId="{315C8E41-2097-4BC6-A7B2-B5FC5E6EF448}" dt="2025-09-25T16:32:04.443" v="660" actId="113"/>
          <ac:spMkLst>
            <pc:docMk/>
            <pc:sldMk cId="727904000" sldId="261"/>
            <ac:spMk id="4" creationId="{5E0F0632-38C4-71CC-59B2-D2DE24B8DED1}"/>
          </ac:spMkLst>
        </pc:spChg>
        <pc:spChg chg="add mod">
          <ac:chgData name="Aishwarya Pawar" userId="5995a75d0eb4ea79" providerId="LiveId" clId="{315C8E41-2097-4BC6-A7B2-B5FC5E6EF448}" dt="2025-09-25T16:32:11.251" v="662" actId="113"/>
          <ac:spMkLst>
            <pc:docMk/>
            <pc:sldMk cId="727904000" sldId="261"/>
            <ac:spMk id="7" creationId="{55D5DD4F-4D95-A498-545E-513FC1D03B74}"/>
          </ac:spMkLst>
        </pc:spChg>
        <pc:picChg chg="add mod">
          <ac:chgData name="Aishwarya Pawar" userId="5995a75d0eb4ea79" providerId="LiveId" clId="{315C8E41-2097-4BC6-A7B2-B5FC5E6EF448}" dt="2025-09-25T16:28:35.244" v="617" actId="14100"/>
          <ac:picMkLst>
            <pc:docMk/>
            <pc:sldMk cId="727904000" sldId="261"/>
            <ac:picMk id="2" creationId="{C992B40E-CC27-5757-C483-8A94D506F029}"/>
          </ac:picMkLst>
        </pc:picChg>
        <pc:picChg chg="add del mod">
          <ac:chgData name="Aishwarya Pawar" userId="5995a75d0eb4ea79" providerId="LiveId" clId="{315C8E41-2097-4BC6-A7B2-B5FC5E6EF448}" dt="2025-09-25T11:23:30.329" v="308" actId="478"/>
          <ac:picMkLst>
            <pc:docMk/>
            <pc:sldMk cId="727904000" sldId="261"/>
            <ac:picMk id="2" creationId="{D690458F-0A90-1AE7-CF31-1B481BF6CC27}"/>
          </ac:picMkLst>
        </pc:picChg>
        <pc:picChg chg="add del mod">
          <ac:chgData name="Aishwarya Pawar" userId="5995a75d0eb4ea79" providerId="LiveId" clId="{315C8E41-2097-4BC6-A7B2-B5FC5E6EF448}" dt="2025-09-25T11:23:13.726" v="303" actId="478"/>
          <ac:picMkLst>
            <pc:docMk/>
            <pc:sldMk cId="727904000" sldId="261"/>
            <ac:picMk id="3" creationId="{C8BF838A-FC49-1DF5-C081-3AC668D93D0B}"/>
          </ac:picMkLst>
        </pc:picChg>
        <pc:picChg chg="add mod">
          <ac:chgData name="Aishwarya Pawar" userId="5995a75d0eb4ea79" providerId="LiveId" clId="{315C8E41-2097-4BC6-A7B2-B5FC5E6EF448}" dt="2025-09-25T16:26:12.793" v="593" actId="1076"/>
          <ac:picMkLst>
            <pc:docMk/>
            <pc:sldMk cId="727904000" sldId="261"/>
            <ac:picMk id="6" creationId="{147E8874-48FF-0038-2585-1828D772332E}"/>
          </ac:picMkLst>
        </pc:picChg>
        <pc:picChg chg="add mod">
          <ac:chgData name="Aishwarya Pawar" userId="5995a75d0eb4ea79" providerId="LiveId" clId="{315C8E41-2097-4BC6-A7B2-B5FC5E6EF448}" dt="2025-09-25T11:34:02.055" v="347" actId="1076"/>
          <ac:picMkLst>
            <pc:docMk/>
            <pc:sldMk cId="727904000" sldId="261"/>
            <ac:picMk id="9" creationId="{CDEC545B-D55F-D94F-AC70-A7F2F75FE07D}"/>
          </ac:picMkLst>
        </pc:picChg>
        <pc:picChg chg="add mod">
          <ac:chgData name="Aishwarya Pawar" userId="5995a75d0eb4ea79" providerId="LiveId" clId="{315C8E41-2097-4BC6-A7B2-B5FC5E6EF448}" dt="2025-09-25T11:50:59.333" v="473" actId="1076"/>
          <ac:picMkLst>
            <pc:docMk/>
            <pc:sldMk cId="727904000" sldId="261"/>
            <ac:picMk id="11" creationId="{EE93E608-8323-9A06-F3AE-DD28FB15D838}"/>
          </ac:picMkLst>
        </pc:picChg>
        <pc:picChg chg="add mod">
          <ac:chgData name="Aishwarya Pawar" userId="5995a75d0eb4ea79" providerId="LiveId" clId="{315C8E41-2097-4BC6-A7B2-B5FC5E6EF448}" dt="2025-09-25T11:51:54.637" v="478" actId="1076"/>
          <ac:picMkLst>
            <pc:docMk/>
            <pc:sldMk cId="727904000" sldId="261"/>
            <ac:picMk id="13" creationId="{E00779A6-B804-09E0-51A3-6DE86A62C11E}"/>
          </ac:picMkLst>
        </pc:picChg>
      </pc:sldChg>
      <pc:sldChg chg="addSp delSp modSp new mod">
        <pc:chgData name="Aishwarya Pawar" userId="5995a75d0eb4ea79" providerId="LiveId" clId="{315C8E41-2097-4BC6-A7B2-B5FC5E6EF448}" dt="2025-09-25T16:31:51.263" v="659" actId="14100"/>
        <pc:sldMkLst>
          <pc:docMk/>
          <pc:sldMk cId="561118923" sldId="262"/>
        </pc:sldMkLst>
        <pc:spChg chg="add mod">
          <ac:chgData name="Aishwarya Pawar" userId="5995a75d0eb4ea79" providerId="LiveId" clId="{315C8E41-2097-4BC6-A7B2-B5FC5E6EF448}" dt="2025-09-25T16:31:39.172" v="655" actId="113"/>
          <ac:spMkLst>
            <pc:docMk/>
            <pc:sldMk cId="561118923" sldId="262"/>
            <ac:spMk id="2" creationId="{62AC43F3-29D8-55F3-B997-E5D0703AC142}"/>
          </ac:spMkLst>
        </pc:spChg>
        <pc:spChg chg="add mod">
          <ac:chgData name="Aishwarya Pawar" userId="5995a75d0eb4ea79" providerId="LiveId" clId="{315C8E41-2097-4BC6-A7B2-B5FC5E6EF448}" dt="2025-09-25T16:31:33.514" v="654" actId="113"/>
          <ac:spMkLst>
            <pc:docMk/>
            <pc:sldMk cId="561118923" sldId="262"/>
            <ac:spMk id="7" creationId="{81EAF971-BFB6-85DB-1F84-41E59483ACAE}"/>
          </ac:spMkLst>
        </pc:spChg>
        <pc:picChg chg="add mod">
          <ac:chgData name="Aishwarya Pawar" userId="5995a75d0eb4ea79" providerId="LiveId" clId="{315C8E41-2097-4BC6-A7B2-B5FC5E6EF448}" dt="2025-09-25T16:28:28.165" v="616" actId="14100"/>
          <ac:picMkLst>
            <pc:docMk/>
            <pc:sldMk cId="561118923" sldId="262"/>
            <ac:picMk id="3" creationId="{CBDD6196-C5D1-68D9-1347-74D264CA0591}"/>
          </ac:picMkLst>
        </pc:picChg>
        <pc:picChg chg="add del">
          <ac:chgData name="Aishwarya Pawar" userId="5995a75d0eb4ea79" providerId="LiveId" clId="{315C8E41-2097-4BC6-A7B2-B5FC5E6EF448}" dt="2025-09-24T15:48:03.919" v="47" actId="478"/>
          <ac:picMkLst>
            <pc:docMk/>
            <pc:sldMk cId="561118923" sldId="262"/>
            <ac:picMk id="3" creationId="{DC8D0B31-9439-D952-C76A-84AF8F72BB76}"/>
          </ac:picMkLst>
        </pc:picChg>
        <pc:picChg chg="add del mod">
          <ac:chgData name="Aishwarya Pawar" userId="5995a75d0eb4ea79" providerId="LiveId" clId="{315C8E41-2097-4BC6-A7B2-B5FC5E6EF448}" dt="2025-09-25T11:23:21.967" v="305" actId="478"/>
          <ac:picMkLst>
            <pc:docMk/>
            <pc:sldMk cId="561118923" sldId="262"/>
            <ac:picMk id="4" creationId="{CF584CC0-161D-1781-1D1A-ABBDC771DDA8}"/>
          </ac:picMkLst>
        </pc:picChg>
        <pc:picChg chg="add del mod">
          <ac:chgData name="Aishwarya Pawar" userId="5995a75d0eb4ea79" providerId="LiveId" clId="{315C8E41-2097-4BC6-A7B2-B5FC5E6EF448}" dt="2025-09-25T11:23:19.501" v="304" actId="478"/>
          <ac:picMkLst>
            <pc:docMk/>
            <pc:sldMk cId="561118923" sldId="262"/>
            <ac:picMk id="5" creationId="{738973AF-3B18-35DE-61E8-BE9BDC529177}"/>
          </ac:picMkLst>
        </pc:picChg>
        <pc:picChg chg="add mod">
          <ac:chgData name="Aishwarya Pawar" userId="5995a75d0eb4ea79" providerId="LiveId" clId="{315C8E41-2097-4BC6-A7B2-B5FC5E6EF448}" dt="2025-09-25T16:31:44.550" v="657" actId="14100"/>
          <ac:picMkLst>
            <pc:docMk/>
            <pc:sldMk cId="561118923" sldId="262"/>
            <ac:picMk id="6" creationId="{5D6B661F-9633-4CD9-E9EA-42BE9FBD591D}"/>
          </ac:picMkLst>
        </pc:picChg>
        <pc:picChg chg="add mod">
          <ac:chgData name="Aishwarya Pawar" userId="5995a75d0eb4ea79" providerId="LiveId" clId="{315C8E41-2097-4BC6-A7B2-B5FC5E6EF448}" dt="2025-09-25T16:31:51.263" v="659" actId="14100"/>
          <ac:picMkLst>
            <pc:docMk/>
            <pc:sldMk cId="561118923" sldId="262"/>
            <ac:picMk id="9" creationId="{EF5ED89E-29BF-7DCF-4FE6-D74F0E4C65B6}"/>
          </ac:picMkLst>
        </pc:picChg>
        <pc:picChg chg="add mod">
          <ac:chgData name="Aishwarya Pawar" userId="5995a75d0eb4ea79" providerId="LiveId" clId="{315C8E41-2097-4BC6-A7B2-B5FC5E6EF448}" dt="2025-09-25T11:50:06.878" v="468" actId="1076"/>
          <ac:picMkLst>
            <pc:docMk/>
            <pc:sldMk cId="561118923" sldId="262"/>
            <ac:picMk id="11" creationId="{A0F79226-C42B-7D89-ABDA-35DAF4A36161}"/>
          </ac:picMkLst>
        </pc:picChg>
        <pc:picChg chg="add mod">
          <ac:chgData name="Aishwarya Pawar" userId="5995a75d0eb4ea79" providerId="LiveId" clId="{315C8E41-2097-4BC6-A7B2-B5FC5E6EF448}" dt="2025-09-25T11:50:02.163" v="467" actId="14100"/>
          <ac:picMkLst>
            <pc:docMk/>
            <pc:sldMk cId="561118923" sldId="262"/>
            <ac:picMk id="13" creationId="{CBF4FA36-251A-303B-682A-53CA68BF69F1}"/>
          </ac:picMkLst>
        </pc:picChg>
      </pc:sldChg>
      <pc:sldChg chg="addSp delSp modSp new mod">
        <pc:chgData name="Aishwarya Pawar" userId="5995a75d0eb4ea79" providerId="LiveId" clId="{315C8E41-2097-4BC6-A7B2-B5FC5E6EF448}" dt="2025-09-25T16:22:16.655" v="572" actId="14100"/>
        <pc:sldMkLst>
          <pc:docMk/>
          <pc:sldMk cId="3084491053" sldId="263"/>
        </pc:sldMkLst>
        <pc:spChg chg="add mod">
          <ac:chgData name="Aishwarya Pawar" userId="5995a75d0eb4ea79" providerId="LiveId" clId="{315C8E41-2097-4BC6-A7B2-B5FC5E6EF448}" dt="2025-09-25T16:22:00.185" v="569" actId="14100"/>
          <ac:spMkLst>
            <pc:docMk/>
            <pc:sldMk cId="3084491053" sldId="263"/>
            <ac:spMk id="2" creationId="{7900837B-71FC-FCD6-92A7-DFD38D63D12E}"/>
          </ac:spMkLst>
        </pc:spChg>
        <pc:spChg chg="add mod">
          <ac:chgData name="Aishwarya Pawar" userId="5995a75d0eb4ea79" providerId="LiveId" clId="{315C8E41-2097-4BC6-A7B2-B5FC5E6EF448}" dt="2025-09-25T16:21:48.671" v="567" actId="1076"/>
          <ac:spMkLst>
            <pc:docMk/>
            <pc:sldMk cId="3084491053" sldId="263"/>
            <ac:spMk id="3" creationId="{1353C40E-01B2-3DF4-9D97-9A0E0CFD0A4C}"/>
          </ac:spMkLst>
        </pc:spChg>
        <pc:spChg chg="add mod">
          <ac:chgData name="Aishwarya Pawar" userId="5995a75d0eb4ea79" providerId="LiveId" clId="{315C8E41-2097-4BC6-A7B2-B5FC5E6EF448}" dt="2025-09-25T16:22:16.655" v="572" actId="14100"/>
          <ac:spMkLst>
            <pc:docMk/>
            <pc:sldMk cId="3084491053" sldId="263"/>
            <ac:spMk id="4" creationId="{F976FDDE-B7FF-9535-4A98-CFDDA02DD93F}"/>
          </ac:spMkLst>
        </pc:spChg>
        <pc:spChg chg="add del mod">
          <ac:chgData name="Aishwarya Pawar" userId="5995a75d0eb4ea79" providerId="LiveId" clId="{315C8E41-2097-4BC6-A7B2-B5FC5E6EF448}" dt="2025-09-25T11:10:23.660" v="138"/>
          <ac:spMkLst>
            <pc:docMk/>
            <pc:sldMk cId="3084491053" sldId="263"/>
            <ac:spMk id="5" creationId="{CCBF28F0-DF4A-363E-23ED-CB8CFD6AAE86}"/>
          </ac:spMkLst>
        </pc:spChg>
        <pc:spChg chg="add mod">
          <ac:chgData name="Aishwarya Pawar" userId="5995a75d0eb4ea79" providerId="LiveId" clId="{315C8E41-2097-4BC6-A7B2-B5FC5E6EF448}" dt="2025-09-25T11:13:58.259" v="256" actId="255"/>
          <ac:spMkLst>
            <pc:docMk/>
            <pc:sldMk cId="3084491053" sldId="263"/>
            <ac:spMk id="6" creationId="{2681FB1F-CB24-A34E-BAF2-504A664942FA}"/>
          </ac:spMkLst>
        </pc:spChg>
      </pc:sldChg>
      <pc:sldChg chg="addSp modSp new mod">
        <pc:chgData name="Aishwarya Pawar" userId="5995a75d0eb4ea79" providerId="LiveId" clId="{315C8E41-2097-4BC6-A7B2-B5FC5E6EF448}" dt="2025-09-25T16:23:13.654" v="578" actId="1076"/>
        <pc:sldMkLst>
          <pc:docMk/>
          <pc:sldMk cId="903545316" sldId="264"/>
        </pc:sldMkLst>
        <pc:spChg chg="add mod">
          <ac:chgData name="Aishwarya Pawar" userId="5995a75d0eb4ea79" providerId="LiveId" clId="{315C8E41-2097-4BC6-A7B2-B5FC5E6EF448}" dt="2025-09-25T16:23:01.238" v="576" actId="1076"/>
          <ac:spMkLst>
            <pc:docMk/>
            <pc:sldMk cId="903545316" sldId="264"/>
            <ac:spMk id="2" creationId="{145ACD11-15E9-72CE-EB0C-754046C99142}"/>
          </ac:spMkLst>
        </pc:spChg>
        <pc:spChg chg="add mod">
          <ac:chgData name="Aishwarya Pawar" userId="5995a75d0eb4ea79" providerId="LiveId" clId="{315C8E41-2097-4BC6-A7B2-B5FC5E6EF448}" dt="2025-09-25T16:23:13.654" v="578" actId="1076"/>
          <ac:spMkLst>
            <pc:docMk/>
            <pc:sldMk cId="903545316" sldId="264"/>
            <ac:spMk id="3" creationId="{2CB729B9-8674-6C13-B507-800E3D434C85}"/>
          </ac:spMkLst>
        </pc:spChg>
      </pc:sldChg>
      <pc:sldChg chg="addSp modSp new mod">
        <pc:chgData name="Aishwarya Pawar" userId="5995a75d0eb4ea79" providerId="LiveId" clId="{315C8E41-2097-4BC6-A7B2-B5FC5E6EF448}" dt="2025-09-25T16:30:53.859" v="647" actId="255"/>
        <pc:sldMkLst>
          <pc:docMk/>
          <pc:sldMk cId="1102011841" sldId="265"/>
        </pc:sldMkLst>
        <pc:spChg chg="add mod">
          <ac:chgData name="Aishwarya Pawar" userId="5995a75d0eb4ea79" providerId="LiveId" clId="{315C8E41-2097-4BC6-A7B2-B5FC5E6EF448}" dt="2025-09-25T16:30:53.859" v="647" actId="255"/>
          <ac:spMkLst>
            <pc:docMk/>
            <pc:sldMk cId="1102011841" sldId="265"/>
            <ac:spMk id="2" creationId="{BDE9CEE7-D746-E143-5F75-53FDABC6F03E}"/>
          </ac:spMkLst>
        </pc:spChg>
        <pc:spChg chg="add mod">
          <ac:chgData name="Aishwarya Pawar" userId="5995a75d0eb4ea79" providerId="LiveId" clId="{315C8E41-2097-4BC6-A7B2-B5FC5E6EF448}" dt="2025-09-25T16:30:40.588" v="645" actId="113"/>
          <ac:spMkLst>
            <pc:docMk/>
            <pc:sldMk cId="1102011841" sldId="265"/>
            <ac:spMk id="5" creationId="{88363958-B03B-0B2E-7796-0E2B2CBF4175}"/>
          </ac:spMkLst>
        </pc:spChg>
        <pc:picChg chg="add mod">
          <ac:chgData name="Aishwarya Pawar" userId="5995a75d0eb4ea79" providerId="LiveId" clId="{315C8E41-2097-4BC6-A7B2-B5FC5E6EF448}" dt="2025-09-25T16:28:02.410" v="612" actId="1076"/>
          <ac:picMkLst>
            <pc:docMk/>
            <pc:sldMk cId="1102011841" sldId="265"/>
            <ac:picMk id="3" creationId="{BD2FF592-998E-0835-16E6-6BD50D27BA4D}"/>
          </ac:picMkLst>
        </pc:picChg>
        <pc:picChg chg="add mod">
          <ac:chgData name="Aishwarya Pawar" userId="5995a75d0eb4ea79" providerId="LiveId" clId="{315C8E41-2097-4BC6-A7B2-B5FC5E6EF448}" dt="2025-09-25T16:27:40.957" v="607" actId="1076"/>
          <ac:picMkLst>
            <pc:docMk/>
            <pc:sldMk cId="1102011841" sldId="265"/>
            <ac:picMk id="4" creationId="{5006A5ED-462F-9564-1AB8-F03CD69F46C0}"/>
          </ac:picMkLst>
        </pc:picChg>
        <pc:picChg chg="add mod">
          <ac:chgData name="Aishwarya Pawar" userId="5995a75d0eb4ea79" providerId="LiveId" clId="{315C8E41-2097-4BC6-A7B2-B5FC5E6EF448}" dt="2025-09-25T16:27:34.962" v="605" actId="1076"/>
          <ac:picMkLst>
            <pc:docMk/>
            <pc:sldMk cId="1102011841" sldId="265"/>
            <ac:picMk id="7" creationId="{BAD01291-5EE5-4210-4E61-808ED1B11FB1}"/>
          </ac:picMkLst>
        </pc:picChg>
        <pc:picChg chg="add mod">
          <ac:chgData name="Aishwarya Pawar" userId="5995a75d0eb4ea79" providerId="LiveId" clId="{315C8E41-2097-4BC6-A7B2-B5FC5E6EF448}" dt="2025-09-25T11:44:29.915" v="430" actId="1076"/>
          <ac:picMkLst>
            <pc:docMk/>
            <pc:sldMk cId="1102011841" sldId="265"/>
            <ac:picMk id="9" creationId="{4EC441AF-6EE7-23FE-6F47-2536B793BBAB}"/>
          </ac:picMkLst>
        </pc:picChg>
        <pc:picChg chg="add mod">
          <ac:chgData name="Aishwarya Pawar" userId="5995a75d0eb4ea79" providerId="LiveId" clId="{315C8E41-2097-4BC6-A7B2-B5FC5E6EF448}" dt="2025-09-25T11:45:24.348" v="437" actId="1076"/>
          <ac:picMkLst>
            <pc:docMk/>
            <pc:sldMk cId="1102011841" sldId="265"/>
            <ac:picMk id="11" creationId="{C8DB95B1-A32D-B7B0-EFE9-672F0431CB6E}"/>
          </ac:picMkLst>
        </pc:picChg>
      </pc:sldChg>
      <pc:sldChg chg="addSp modSp new mod">
        <pc:chgData name="Aishwarya Pawar" userId="5995a75d0eb4ea79" providerId="LiveId" clId="{315C8E41-2097-4BC6-A7B2-B5FC5E6EF448}" dt="2025-09-25T16:30:12.867" v="644" actId="1076"/>
        <pc:sldMkLst>
          <pc:docMk/>
          <pc:sldMk cId="2335533796" sldId="266"/>
        </pc:sldMkLst>
        <pc:spChg chg="add mod">
          <ac:chgData name="Aishwarya Pawar" userId="5995a75d0eb4ea79" providerId="LiveId" clId="{315C8E41-2097-4BC6-A7B2-B5FC5E6EF448}" dt="2025-09-25T16:29:59.251" v="641" actId="14861"/>
          <ac:spMkLst>
            <pc:docMk/>
            <pc:sldMk cId="2335533796" sldId="266"/>
            <ac:spMk id="2" creationId="{65EFA295-46AD-5BE9-B40C-7FD473A74BE1}"/>
          </ac:spMkLst>
        </pc:spChg>
        <pc:picChg chg="add mod">
          <ac:chgData name="Aishwarya Pawar" userId="5995a75d0eb4ea79" providerId="LiveId" clId="{315C8E41-2097-4BC6-A7B2-B5FC5E6EF448}" dt="2025-09-25T16:30:12.867" v="644" actId="1076"/>
          <ac:picMkLst>
            <pc:docMk/>
            <pc:sldMk cId="2335533796" sldId="266"/>
            <ac:picMk id="3" creationId="{50AA7934-E46F-D3E9-2A90-8588BD39E76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42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7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49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8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030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57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8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06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76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271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722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1A9308-28FA-4FE9-9FD7-E86F9EF7DF8B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4F04F8E-607A-469D-A3C3-09BC5050218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53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eslogos.blogspot.com/2017/08/club-sport-herediano.html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eslogos.blogspot.com/2017/08/club-sport-herediano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B60E8A-1E55-5DDD-CCB2-0817D3AA04CE}"/>
              </a:ext>
            </a:extLst>
          </p:cNvPr>
          <p:cNvSpPr txBox="1"/>
          <p:nvPr/>
        </p:nvSpPr>
        <p:spPr>
          <a:xfrm>
            <a:off x="1617406" y="2183678"/>
            <a:ext cx="93455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        SPORTS CLUB MANAGEMENT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B488F-76EE-86BC-5A2A-307E89D1C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39030" y="491648"/>
            <a:ext cx="1661652" cy="16920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92ECC1-4B15-616B-6E4E-D17425647360}"/>
              </a:ext>
            </a:extLst>
          </p:cNvPr>
          <p:cNvSpPr txBox="1"/>
          <p:nvPr/>
        </p:nvSpPr>
        <p:spPr>
          <a:xfrm>
            <a:off x="8465574" y="5892367"/>
            <a:ext cx="3215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By Aishwarya Pawar</a:t>
            </a:r>
          </a:p>
        </p:txBody>
      </p:sp>
    </p:spTree>
    <p:extLst>
      <p:ext uri="{BB962C8B-B14F-4D97-AF65-F5344CB8AC3E}">
        <p14:creationId xmlns:p14="http://schemas.microsoft.com/office/powerpoint/2010/main" val="3639710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0837B-71FC-FCD6-92A7-DFD38D63D12E}"/>
              </a:ext>
            </a:extLst>
          </p:cNvPr>
          <p:cNvSpPr txBox="1"/>
          <p:nvPr/>
        </p:nvSpPr>
        <p:spPr>
          <a:xfrm>
            <a:off x="560437" y="239195"/>
            <a:ext cx="3205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Problem Statement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3C40E-01B2-3DF4-9D97-9A0E0CFD0A4C}"/>
              </a:ext>
            </a:extLst>
          </p:cNvPr>
          <p:cNvSpPr txBox="1"/>
          <p:nvPr/>
        </p:nvSpPr>
        <p:spPr>
          <a:xfrm>
            <a:off x="2694039" y="713462"/>
            <a:ext cx="6803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today’s fast-paced world, sports clubs need an efficient system to manage their members, coaches, and activities seamlessly. Our goal is to design a </a:t>
            </a:r>
            <a:r>
              <a:rPr lang="en-US" b="1" dirty="0"/>
              <a:t>SQL-based Sports Club Management System</a:t>
            </a:r>
            <a:r>
              <a:rPr lang="en-US" dirty="0"/>
              <a:t> that organizes all club operations digitally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6FDDE-B7FF-9535-4A98-CFDDA02DD93F}"/>
              </a:ext>
            </a:extLst>
          </p:cNvPr>
          <p:cNvSpPr txBox="1"/>
          <p:nvPr/>
        </p:nvSpPr>
        <p:spPr>
          <a:xfrm>
            <a:off x="442449" y="2105353"/>
            <a:ext cx="4001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/>
              <a:t>Objectives Of Sports Club :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81FB1F-CB24-A34E-BAF2-504A66494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86" y="2771182"/>
            <a:ext cx="11464414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 Data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Maintain accurate records of members, coaches, sports, and events in a structured database.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Membership Tracking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Monitor member details, joining dates, subscriptions, and enrolled sports.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Coach &amp; Sport Allocation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Assign coaches to respective sports and keep track of their responsibilities.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&amp; Tournament Management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Record participation, schedules, and results of sports events.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 useful insights such as most popular sports, active members, and membership statistics.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 &amp; Security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 information is consistent, accurate, and protected using SQL constraints (Primary Keys, Foreign Keys).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49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ACD11-15E9-72CE-EB0C-754046C99142}"/>
              </a:ext>
            </a:extLst>
          </p:cNvPr>
          <p:cNvSpPr txBox="1"/>
          <p:nvPr/>
        </p:nvSpPr>
        <p:spPr>
          <a:xfrm>
            <a:off x="1071716" y="511277"/>
            <a:ext cx="10048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📊 </a:t>
            </a:r>
            <a:r>
              <a:rPr lang="en-US" sz="2400" b="1" dirty="0"/>
              <a:t>Dataset Overview – Sports Club Management System :</a:t>
            </a:r>
          </a:p>
          <a:p>
            <a:endParaRPr lang="en-US" sz="2400" b="1" dirty="0"/>
          </a:p>
          <a:p>
            <a:r>
              <a:rPr lang="en-US" dirty="0"/>
              <a:t>The Sports Club database is designed to manage information about </a:t>
            </a:r>
            <a:r>
              <a:rPr lang="en-US" b="1" dirty="0"/>
              <a:t>members, sports, coaches, and memberships</a:t>
            </a:r>
            <a:r>
              <a:rPr lang="en-US" dirty="0"/>
              <a:t>. It helps the club keep track of who has joined, which sports they play, who coaches them, and their membership details.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729B9-8674-6C13-B507-800E3D434C85}"/>
              </a:ext>
            </a:extLst>
          </p:cNvPr>
          <p:cNvSpPr txBox="1"/>
          <p:nvPr/>
        </p:nvSpPr>
        <p:spPr>
          <a:xfrm>
            <a:off x="1071716" y="2745738"/>
            <a:ext cx="959628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✨ </a:t>
            </a:r>
            <a:r>
              <a:rPr lang="en-US" sz="2400" b="1" dirty="0"/>
              <a:t>Key Features :</a:t>
            </a:r>
          </a:p>
          <a:p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Stores </a:t>
            </a:r>
            <a:r>
              <a:rPr lang="en-US" b="1" dirty="0"/>
              <a:t>member details</a:t>
            </a:r>
            <a:r>
              <a:rPr lang="en-US" dirty="0"/>
              <a:t> (name, age, gender, join date).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Maintains list of </a:t>
            </a:r>
            <a:r>
              <a:rPr lang="en-US" b="1" dirty="0"/>
              <a:t>sports offered</a:t>
            </a:r>
            <a:r>
              <a:rPr lang="en-US" dirty="0"/>
              <a:t> (indoor &amp; outdoor).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Keeps </a:t>
            </a:r>
            <a:r>
              <a:rPr lang="en-US" b="1" dirty="0"/>
              <a:t>coach details</a:t>
            </a:r>
            <a:r>
              <a:rPr lang="en-US" dirty="0"/>
              <a:t> with experience and assigned sport.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Tracks </a:t>
            </a:r>
            <a:r>
              <a:rPr lang="en-US" b="1" dirty="0"/>
              <a:t>memberships</a:t>
            </a:r>
            <a:r>
              <a:rPr lang="en-US" dirty="0"/>
              <a:t> with type, fee, and start date.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Defines </a:t>
            </a:r>
            <a:r>
              <a:rPr lang="en-US" b="1" dirty="0"/>
              <a:t>relationships</a:t>
            </a:r>
            <a:r>
              <a:rPr lang="en-US" dirty="0"/>
              <a:t> between members, sports, coaches, and memberships.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Supports </a:t>
            </a:r>
            <a:r>
              <a:rPr lang="en-US" b="1" dirty="0"/>
              <a:t>data analysis</a:t>
            </a:r>
            <a:r>
              <a:rPr lang="en-US" dirty="0"/>
              <a:t> using aggregate functions and SQL queries.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Contains </a:t>
            </a:r>
            <a:r>
              <a:rPr lang="en-US" b="1" dirty="0"/>
              <a:t>100 records per table</a:t>
            </a:r>
            <a:r>
              <a:rPr lang="en-US" dirty="0"/>
              <a:t> → Members, Sports, Coaches, Memberships.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Scalable for managing more members and sports in future.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54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F9868E-552D-1AAA-6966-E16412129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21043" y="496195"/>
            <a:ext cx="1661652" cy="16920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793CDB-F2CB-5B5B-F2A8-33EBEECC3B8B}"/>
              </a:ext>
            </a:extLst>
          </p:cNvPr>
          <p:cNvSpPr txBox="1"/>
          <p:nvPr/>
        </p:nvSpPr>
        <p:spPr>
          <a:xfrm>
            <a:off x="3269225" y="2276715"/>
            <a:ext cx="56535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SPORTS CLUB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FBE3D-73B3-BBF2-A43B-36F594C010A6}"/>
              </a:ext>
            </a:extLst>
          </p:cNvPr>
          <p:cNvSpPr txBox="1"/>
          <p:nvPr/>
        </p:nvSpPr>
        <p:spPr>
          <a:xfrm>
            <a:off x="3977146" y="4006640"/>
            <a:ext cx="3549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SQL </a:t>
            </a:r>
            <a:r>
              <a:rPr lang="en-IN" sz="3600" dirty="0" err="1"/>
              <a:t>Quries</a:t>
            </a:r>
            <a:r>
              <a:rPr lang="en-IN" sz="3600" dirty="0"/>
              <a:t> 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7E8B5E4-3965-631B-C30A-272875281C3A}"/>
              </a:ext>
            </a:extLst>
          </p:cNvPr>
          <p:cNvSpPr/>
          <p:nvPr/>
        </p:nvSpPr>
        <p:spPr>
          <a:xfrm>
            <a:off x="6223818" y="4168222"/>
            <a:ext cx="565357" cy="3231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68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E322E1-84BF-73ED-33D3-9573AC13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12225"/>
            <a:ext cx="4457700" cy="487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769145-E593-68D0-68C7-E2AA4DCD1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616975"/>
            <a:ext cx="6543675" cy="5067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DA321A-74EC-DFDD-925B-1F1DD846F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5641" y="68817"/>
            <a:ext cx="538317" cy="54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8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52322B-0D8C-44D8-DDBB-E3498D5D5969}"/>
              </a:ext>
            </a:extLst>
          </p:cNvPr>
          <p:cNvSpPr txBox="1"/>
          <p:nvPr/>
        </p:nvSpPr>
        <p:spPr>
          <a:xfrm>
            <a:off x="316426" y="779934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1 . </a:t>
            </a:r>
            <a:r>
              <a:rPr lang="en-US" b="1" dirty="0"/>
              <a:t>Count number of members in each gender group.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BFD2F-4E93-E78B-5A19-598DCCD60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18" y="1487561"/>
            <a:ext cx="3771997" cy="1098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B18DA6-1A20-6842-3AB1-34F6BD1469EC}"/>
              </a:ext>
            </a:extLst>
          </p:cNvPr>
          <p:cNvSpPr txBox="1"/>
          <p:nvPr/>
        </p:nvSpPr>
        <p:spPr>
          <a:xfrm>
            <a:off x="255639" y="3429000"/>
            <a:ext cx="5600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</a:t>
            </a:r>
            <a:r>
              <a:rPr lang="en-US" b="1" dirty="0"/>
              <a:t>Show sports that have more than 5 members enrolled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EF0613-4D90-0FAC-50D4-E8DD2D9BB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88" y="4105591"/>
            <a:ext cx="5110799" cy="15479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359907-0098-7458-A432-F5C43C4AA2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783" y="2821858"/>
            <a:ext cx="2441761" cy="2920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645D5C-3091-5544-A759-63EA46DF3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359" y="644635"/>
            <a:ext cx="2704610" cy="14225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A9EEA0-ACF0-4422-DAC4-8F00DD1717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2721" y="62179"/>
            <a:ext cx="529797" cy="53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541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0F0632-38C4-71CC-59B2-D2DE24B8DED1}"/>
              </a:ext>
            </a:extLst>
          </p:cNvPr>
          <p:cNvSpPr txBox="1"/>
          <p:nvPr/>
        </p:nvSpPr>
        <p:spPr>
          <a:xfrm>
            <a:off x="700677" y="818091"/>
            <a:ext cx="4503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</a:t>
            </a:r>
            <a:r>
              <a:rPr lang="en-US" b="1" dirty="0"/>
              <a:t>Show members who paid the highest fee.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E8874-48FF-0038-2585-1828D7723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77" y="1532121"/>
            <a:ext cx="4753638" cy="1790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D5DD4F-4D95-A498-545E-513FC1D03B74}"/>
              </a:ext>
            </a:extLst>
          </p:cNvPr>
          <p:cNvSpPr txBox="1"/>
          <p:nvPr/>
        </p:nvSpPr>
        <p:spPr>
          <a:xfrm>
            <a:off x="612373" y="3870713"/>
            <a:ext cx="5358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</a:t>
            </a:r>
            <a:r>
              <a:rPr lang="en-US" b="1" dirty="0"/>
              <a:t>List members who paid more than 1400 in fees.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EC545B-D55F-D94F-AC70-A7F2F75FE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839" y="4630371"/>
            <a:ext cx="3705742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93E608-8323-9A06-F3AE-DD28FB15D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028" y="3693732"/>
            <a:ext cx="2736772" cy="2382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0779A6-B804-09E0-51A3-6DE86A62C1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127" y="415102"/>
            <a:ext cx="1816912" cy="2564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92B40E-CC27-5757-C483-8A94D506F0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8831" y="57172"/>
            <a:ext cx="513542" cy="52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0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C43F3-29D8-55F3-B997-E5D0703AC142}"/>
              </a:ext>
            </a:extLst>
          </p:cNvPr>
          <p:cNvSpPr txBox="1"/>
          <p:nvPr/>
        </p:nvSpPr>
        <p:spPr>
          <a:xfrm>
            <a:off x="570271" y="658761"/>
            <a:ext cx="475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5. </a:t>
            </a:r>
            <a:r>
              <a:rPr lang="en-US" b="1" dirty="0"/>
              <a:t>Show all members who joined in 2024.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6B661F-9633-4CD9-E9EA-42BE9FBD5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88" y="1372310"/>
            <a:ext cx="3898725" cy="1292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AF971-BFB6-85DB-1F84-41E59483ACAE}"/>
              </a:ext>
            </a:extLst>
          </p:cNvPr>
          <p:cNvSpPr txBox="1"/>
          <p:nvPr/>
        </p:nvSpPr>
        <p:spPr>
          <a:xfrm>
            <a:off x="353960" y="3244334"/>
            <a:ext cx="5378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6. </a:t>
            </a:r>
            <a:r>
              <a:rPr lang="en-US" b="1" dirty="0"/>
              <a:t>Find members who have "Premium" membership.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5ED89E-29BF-7DCF-4FE6-D74F0E4C6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33" y="4113689"/>
            <a:ext cx="3898725" cy="14906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F79226-C42B-7D89-ABDA-35DAF4A36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048" y="3429000"/>
            <a:ext cx="2496166" cy="24211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F4FA36-251A-303B-682A-53CA68BF6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048" y="381572"/>
            <a:ext cx="2272604" cy="25189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DD6196-C5D1-68D9-1347-74D264CA05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1449" y="63045"/>
            <a:ext cx="508822" cy="51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18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20DB08-05F7-9604-3DB5-EF80E2BDCD5A}"/>
              </a:ext>
            </a:extLst>
          </p:cNvPr>
          <p:cNvSpPr txBox="1"/>
          <p:nvPr/>
        </p:nvSpPr>
        <p:spPr>
          <a:xfrm>
            <a:off x="432619" y="629264"/>
            <a:ext cx="493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7. </a:t>
            </a:r>
            <a:r>
              <a:rPr lang="en-US" b="1" dirty="0"/>
              <a:t>Show coaches and the sport name they coach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6CD284-7872-F062-74D4-A6A53CA7F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80" y="1389659"/>
            <a:ext cx="4655780" cy="13043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BA8B2-3423-CDDE-9CD9-9F8DA015183A}"/>
              </a:ext>
            </a:extLst>
          </p:cNvPr>
          <p:cNvSpPr txBox="1"/>
          <p:nvPr/>
        </p:nvSpPr>
        <p:spPr>
          <a:xfrm>
            <a:off x="550606" y="3303639"/>
            <a:ext cx="3873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8. </a:t>
            </a:r>
            <a:r>
              <a:rPr lang="en-US" b="1" dirty="0"/>
              <a:t>Find Members who joined 'Cricket'.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C81178-256F-9BAA-70A1-55E852506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05" y="4021888"/>
            <a:ext cx="5354995" cy="17201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63D4EE-436F-31AE-E114-A1478F390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414" y="3576484"/>
            <a:ext cx="1850386" cy="27592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0457C6-574B-5F53-68BE-22910ADD35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884" y="399531"/>
            <a:ext cx="2458013" cy="25072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3430948-3FC3-ADF8-05B4-995AE2FE73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4125" y="33547"/>
            <a:ext cx="507776" cy="5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8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9CEE7-D746-E143-5F75-53FDABC6F03E}"/>
              </a:ext>
            </a:extLst>
          </p:cNvPr>
          <p:cNvSpPr txBox="1"/>
          <p:nvPr/>
        </p:nvSpPr>
        <p:spPr>
          <a:xfrm>
            <a:off x="589798" y="538301"/>
            <a:ext cx="5358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9. </a:t>
            </a:r>
            <a:r>
              <a:rPr lang="en-US" b="1" dirty="0"/>
              <a:t>Coaches with number of Members they handle.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6A5ED-462F-9564-1AB8-F03CD69F4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98" y="1092480"/>
            <a:ext cx="5575358" cy="1324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363958-B03B-0B2E-7796-0E2B2CBF4175}"/>
              </a:ext>
            </a:extLst>
          </p:cNvPr>
          <p:cNvSpPr txBox="1"/>
          <p:nvPr/>
        </p:nvSpPr>
        <p:spPr>
          <a:xfrm>
            <a:off x="558052" y="2601487"/>
            <a:ext cx="437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10. </a:t>
            </a:r>
            <a:r>
              <a:rPr lang="en-US" b="1" dirty="0"/>
              <a:t>Find the sport with maximum members.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01291-5EE5-4210-4E61-808ED1B11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95" y="3155666"/>
            <a:ext cx="5811061" cy="32451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C441AF-6EE7-23FE-6F47-2536B793B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407" y="4166419"/>
            <a:ext cx="3244645" cy="18312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DB95B1-A32D-B7B0-EFE9-672F0431CB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863" y="479633"/>
            <a:ext cx="3082737" cy="28390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2FF592-998E-0835-16E6-6BD50D27BA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3267" y="100650"/>
            <a:ext cx="496531" cy="5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1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EFA295-46AD-5BE9-B40C-7FD473A74BE1}"/>
              </a:ext>
            </a:extLst>
          </p:cNvPr>
          <p:cNvSpPr txBox="1"/>
          <p:nvPr/>
        </p:nvSpPr>
        <p:spPr>
          <a:xfrm>
            <a:off x="2438400" y="2133600"/>
            <a:ext cx="6567948" cy="156966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IN" sz="9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A7934-E46F-D3E9-2A90-8588BD39E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1223" y="112737"/>
            <a:ext cx="437538" cy="44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3379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131</TotalTime>
  <Words>424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Pawar</dc:creator>
  <cp:lastModifiedBy>Aishwarya Pawar</cp:lastModifiedBy>
  <cp:revision>2</cp:revision>
  <dcterms:created xsi:type="dcterms:W3CDTF">2025-09-24T15:09:30Z</dcterms:created>
  <dcterms:modified xsi:type="dcterms:W3CDTF">2025-09-26T04:00:31Z</dcterms:modified>
</cp:coreProperties>
</file>